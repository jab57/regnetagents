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Validated Multi-Agent Framework for Gene Regulatory Network Analysis</a:t>
            </a:r>
          </a:p>
          <a:p>
            <a:pPr algn="ctr">
              <a:defRPr sz="4000">
                <a:solidFill>
                  <a:srgbClr val="C8E6FF"/>
                </a:solidFill>
              </a:defRPr>
            </a:pPr>
            <a:r>
              <a:t>A LangGraph-Powered AI System for Comprehensive Gene Analysis with 100% Literature Concordance</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domain agents (cancer biology, drug discovery, clinical relevance, systems biology) using local language model inference to generate scientific insights with rationales, with graceful fallback to rule-based heuristics for reliability. Built on pre-computed regulatory networks from 500K+ single-cell RNA-seq profiles, the framework integrates network modeling, automated perturbation analysis using network centrality metrics (PageRank, degree centrality), pathway enrichment, and multi-domain interpretation into a conversational interface via Claude Desktop. Framework validation on colorectal cancer biomarkers demonstrated 100% concordance with published literature across five genes. Perturbation analysis correctly ranked experimentally validated TP53 regulators (WWTR1, YAP1, CHD4) among top candidates; additional high-ranking regulators (RBPMS, PRRX2, THRA, IKZF2) represent novel hypotheses for experimental validation. Complete analysis of 99 regulators across 5 genes completed in 15-62 seconds, representing orders of magnitude speedup over traditional manual approaches.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Simulate regulator inhibition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simulates inhibiting each upstream regulator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100% Literature-Validated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Terminal Target</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Validated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Validated: YAP1, CHD4 (Hippo pathway) confirmed in literature</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validated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(orders of magnitude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
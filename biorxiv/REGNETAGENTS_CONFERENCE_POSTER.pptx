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Multi-Agent Framework for Gene Regulatory Network Analysis</a:t>
            </a:r>
          </a:p>
          <a:p>
            <a:pPr algn="ctr">
              <a:defRPr sz="4000">
                <a:solidFill>
                  <a:srgbClr val="C8E6FF"/>
                </a:solidFill>
              </a:defRPr>
            </a:pPr>
            <a:r>
              <a:t>A LangGraph-Powered AI System for Comprehensive Gene Analysis Validated on Colorectal Cancer Biomarkers</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labor-intensive manual processes into second-scale automated analysis. The system deploys four specialized domain agents (cancer biology, drug discovery, clinical relevance, systems biology) using local language model inference to generate scientific insights with rationales, with graceful fallback to rule-based heuristics for reliability. Built on pre-computed regulatory networks from 500K+ single-cell RNA-seq profiles, the framework integrates network modeling, automated perturbation analysis using network centrality metrics (PageRank, degree centrality), pathway enrichment, and multi-domain interpretation into a conversational interface via Claude Desktop. Framework demonstration on colorectal cancer biomarkers showed complete concordance with published literature across a limited five-gene sample. Perturbation analysis identified literature-supported TP53 interactors (WWTR1, YAP1, CHD4) among top-ranked candidates based on network topology; additional high-ranking regulators (RBPMS, PRRX2, THRA, IKZF2) represent novel hypotheses for experimental validation. Complete analysis of 99 regulators across 5 genes completed in 15-62 seconds, representing orders of magnitude speedup over traditional manual approaches. Natural language interface makes sophisticated gene analysis accessible without programming expertise.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Rank regulators by network centrality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Demonstrated on CRC Biomarkers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Literature-supported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Literature-supported: YAP1, CHD4 (Hippo pathway) have documented interactions</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literature-supported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(orders of magnitude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319200" y="30250430"/>
            <a:ext cx="2514600" cy="25146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
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Multi-Agent Framework for Gene Regulatory Network Analysis</a:t>
            </a:r>
          </a:p>
          <a:p>
            <a:pPr algn="ctr">
              <a:defRPr sz="4000">
                <a:solidFill>
                  <a:srgbClr val="C8E6FF"/>
                </a:solidFill>
              </a:defRPr>
            </a:pPr>
            <a:r>
              <a:t>A LangGraph-Powered AI System for Comprehensive Gene Analysis Validated on Colorectal Cancer Biomarkers</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therapeutic target prioritization using network centrality metrics (PageRank, degree centrality), pathway enrichment, and multi-domain interpretation into a conversational interface via Claude Desktop. Framework demonstration on colorectal cancer biomarkers showed complete concordance with published literature across a limited five-gene sample. Perturbation analysis identified literature-supported TP53 interactors (WWTR1, YAP1, CHD4) among top-ranked candidates based on network topology;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Therapeutic Target Prioritization: Rank regulators by network centrality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ranks upstream regulators to identify therapeutic targets using network centrality metrics (PageRank, out-degree centrality) → Gene position in regulatory hierarchy, regulatory strength, cell-type specificity; therapeutic target prioritization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Demonstrated on CRC Biomarkers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Literature-supported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Literature-supported: YAP1, CHD4 (Hippo pathway) have documented interactions</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literature-supported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